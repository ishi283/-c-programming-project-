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7" r:id="rId3"/>
    <p:sldId id="258" r:id="rId4"/>
    <p:sldId id="259" r:id="rId5"/>
    <p:sldId id="264" r:id="rId6"/>
    <p:sldId id="260" r:id="rId7"/>
    <p:sldId id="261" r:id="rId8"/>
    <p:sldId id="262" r:id="rId9"/>
    <p:sldId id="266" r:id="rId10"/>
    <p:sldId id="265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ADC9D0-8E6A-4908-B330-0151F7DEBDC8}" v="31" dt="2025-12-03T05:51:58.0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hi Agarwal" userId="35e7a6cf2bb1acd8" providerId="LiveId" clId="{9BAE41EE-E5E5-4CF3-8560-50C0E1939F99}"/>
    <pc:docChg chg="undo custSel addSld delSld modSld sldOrd">
      <pc:chgData name="Ishi Agarwal" userId="35e7a6cf2bb1acd8" providerId="LiveId" clId="{9BAE41EE-E5E5-4CF3-8560-50C0E1939F99}" dt="2025-12-03T07:26:54.750" v="3361" actId="20577"/>
      <pc:docMkLst>
        <pc:docMk/>
      </pc:docMkLst>
      <pc:sldChg chg="modSp mod">
        <pc:chgData name="Ishi Agarwal" userId="35e7a6cf2bb1acd8" providerId="LiveId" clId="{9BAE41EE-E5E5-4CF3-8560-50C0E1939F99}" dt="2025-12-03T05:51:58.217" v="3338" actId="27636"/>
        <pc:sldMkLst>
          <pc:docMk/>
          <pc:sldMk cId="2572416154" sldId="256"/>
        </pc:sldMkLst>
        <pc:spChg chg="mod">
          <ac:chgData name="Ishi Agarwal" userId="35e7a6cf2bb1acd8" providerId="LiveId" clId="{9BAE41EE-E5E5-4CF3-8560-50C0E1939F99}" dt="2025-12-03T05:51:58.217" v="3338" actId="27636"/>
          <ac:spMkLst>
            <pc:docMk/>
            <pc:sldMk cId="2572416154" sldId="256"/>
            <ac:spMk id="2" creationId="{5A6757A9-5513-ED08-3C21-0C6D4998888D}"/>
          </ac:spMkLst>
        </pc:spChg>
        <pc:spChg chg="mod">
          <ac:chgData name="Ishi Agarwal" userId="35e7a6cf2bb1acd8" providerId="LiveId" clId="{9BAE41EE-E5E5-4CF3-8560-50C0E1939F99}" dt="2025-12-03T05:51:58.084" v="3337"/>
          <ac:spMkLst>
            <pc:docMk/>
            <pc:sldMk cId="2572416154" sldId="256"/>
            <ac:spMk id="3" creationId="{35A14D03-2036-1711-140C-0B231FDE5BF5}"/>
          </ac:spMkLst>
        </pc:spChg>
      </pc:sldChg>
      <pc:sldChg chg="modSp new mod">
        <pc:chgData name="Ishi Agarwal" userId="35e7a6cf2bb1acd8" providerId="LiveId" clId="{9BAE41EE-E5E5-4CF3-8560-50C0E1939F99}" dt="2025-12-03T05:48:39.060" v="3311" actId="14100"/>
        <pc:sldMkLst>
          <pc:docMk/>
          <pc:sldMk cId="1960637394" sldId="257"/>
        </pc:sldMkLst>
        <pc:spChg chg="mod">
          <ac:chgData name="Ishi Agarwal" userId="35e7a6cf2bb1acd8" providerId="LiveId" clId="{9BAE41EE-E5E5-4CF3-8560-50C0E1939F99}" dt="2025-12-02T19:12:53.855" v="631" actId="14100"/>
          <ac:spMkLst>
            <pc:docMk/>
            <pc:sldMk cId="1960637394" sldId="257"/>
            <ac:spMk id="2" creationId="{092AFC62-7F50-5A4E-E3B2-967EA56CB6F8}"/>
          </ac:spMkLst>
        </pc:spChg>
        <pc:spChg chg="mod">
          <ac:chgData name="Ishi Agarwal" userId="35e7a6cf2bb1acd8" providerId="LiveId" clId="{9BAE41EE-E5E5-4CF3-8560-50C0E1939F99}" dt="2025-12-03T05:48:39.060" v="3311" actId="14100"/>
          <ac:spMkLst>
            <pc:docMk/>
            <pc:sldMk cId="1960637394" sldId="257"/>
            <ac:spMk id="3" creationId="{69CBFC8F-3CC9-545B-3113-A46CCB89A5E3}"/>
          </ac:spMkLst>
        </pc:spChg>
      </pc:sldChg>
      <pc:sldChg chg="modSp new mod">
        <pc:chgData name="Ishi Agarwal" userId="35e7a6cf2bb1acd8" providerId="LiveId" clId="{9BAE41EE-E5E5-4CF3-8560-50C0E1939F99}" dt="2025-12-02T20:32:16.349" v="3065"/>
        <pc:sldMkLst>
          <pc:docMk/>
          <pc:sldMk cId="2584693687" sldId="258"/>
        </pc:sldMkLst>
        <pc:spChg chg="mod">
          <ac:chgData name="Ishi Agarwal" userId="35e7a6cf2bb1acd8" providerId="LiveId" clId="{9BAE41EE-E5E5-4CF3-8560-50C0E1939F99}" dt="2025-12-02T19:20:40.865" v="1091" actId="14100"/>
          <ac:spMkLst>
            <pc:docMk/>
            <pc:sldMk cId="2584693687" sldId="258"/>
            <ac:spMk id="2" creationId="{DE903BCB-AB54-36C3-E455-9DED674F3B56}"/>
          </ac:spMkLst>
        </pc:spChg>
        <pc:spChg chg="mod">
          <ac:chgData name="Ishi Agarwal" userId="35e7a6cf2bb1acd8" providerId="LiveId" clId="{9BAE41EE-E5E5-4CF3-8560-50C0E1939F99}" dt="2025-12-02T20:32:16.349" v="3065"/>
          <ac:spMkLst>
            <pc:docMk/>
            <pc:sldMk cId="2584693687" sldId="258"/>
            <ac:spMk id="3" creationId="{B81B0D45-E049-29FA-29FC-F419DC056EE5}"/>
          </ac:spMkLst>
        </pc:spChg>
      </pc:sldChg>
      <pc:sldChg chg="modSp new mod">
        <pc:chgData name="Ishi Agarwal" userId="35e7a6cf2bb1acd8" providerId="LiveId" clId="{9BAE41EE-E5E5-4CF3-8560-50C0E1939F99}" dt="2025-12-03T05:49:34.804" v="3316" actId="14100"/>
        <pc:sldMkLst>
          <pc:docMk/>
          <pc:sldMk cId="3563657716" sldId="259"/>
        </pc:sldMkLst>
        <pc:spChg chg="mod">
          <ac:chgData name="Ishi Agarwal" userId="35e7a6cf2bb1acd8" providerId="LiveId" clId="{9BAE41EE-E5E5-4CF3-8560-50C0E1939F99}" dt="2025-12-02T19:24:28.560" v="1171" actId="14100"/>
          <ac:spMkLst>
            <pc:docMk/>
            <pc:sldMk cId="3563657716" sldId="259"/>
            <ac:spMk id="2" creationId="{D8C6A626-E138-450D-F308-F57BAF90BD66}"/>
          </ac:spMkLst>
        </pc:spChg>
        <pc:spChg chg="mod">
          <ac:chgData name="Ishi Agarwal" userId="35e7a6cf2bb1acd8" providerId="LiveId" clId="{9BAE41EE-E5E5-4CF3-8560-50C0E1939F99}" dt="2025-12-03T05:49:34.804" v="3316" actId="14100"/>
          <ac:spMkLst>
            <pc:docMk/>
            <pc:sldMk cId="3563657716" sldId="259"/>
            <ac:spMk id="3" creationId="{5D2F2534-AAF3-D8BC-6984-3D4E73AD278A}"/>
          </ac:spMkLst>
        </pc:spChg>
      </pc:sldChg>
      <pc:sldChg chg="modSp new mod">
        <pc:chgData name="Ishi Agarwal" userId="35e7a6cf2bb1acd8" providerId="LiveId" clId="{9BAE41EE-E5E5-4CF3-8560-50C0E1939F99}" dt="2025-12-03T05:51:04.476" v="3329" actId="27636"/>
        <pc:sldMkLst>
          <pc:docMk/>
          <pc:sldMk cId="3998588804" sldId="260"/>
        </pc:sldMkLst>
        <pc:spChg chg="mod">
          <ac:chgData name="Ishi Agarwal" userId="35e7a6cf2bb1acd8" providerId="LiveId" clId="{9BAE41EE-E5E5-4CF3-8560-50C0E1939F99}" dt="2025-12-03T05:50:34.308" v="3321" actId="14100"/>
          <ac:spMkLst>
            <pc:docMk/>
            <pc:sldMk cId="3998588804" sldId="260"/>
            <ac:spMk id="2" creationId="{0C0D6497-54D8-E56C-D87A-9BA60B1498F5}"/>
          </ac:spMkLst>
        </pc:spChg>
        <pc:spChg chg="mod">
          <ac:chgData name="Ishi Agarwal" userId="35e7a6cf2bb1acd8" providerId="LiveId" clId="{9BAE41EE-E5E5-4CF3-8560-50C0E1939F99}" dt="2025-12-03T05:51:04.476" v="3329" actId="27636"/>
          <ac:spMkLst>
            <pc:docMk/>
            <pc:sldMk cId="3998588804" sldId="260"/>
            <ac:spMk id="3" creationId="{185E548E-DCC4-9447-BFD4-90B8924814D3}"/>
          </ac:spMkLst>
        </pc:spChg>
      </pc:sldChg>
      <pc:sldChg chg="modSp new mod">
        <pc:chgData name="Ishi Agarwal" userId="35e7a6cf2bb1acd8" providerId="LiveId" clId="{9BAE41EE-E5E5-4CF3-8560-50C0E1939F99}" dt="2025-12-03T05:51:35.169" v="3336" actId="1076"/>
        <pc:sldMkLst>
          <pc:docMk/>
          <pc:sldMk cId="1458560140" sldId="261"/>
        </pc:sldMkLst>
        <pc:spChg chg="mod">
          <ac:chgData name="Ishi Agarwal" userId="35e7a6cf2bb1acd8" providerId="LiveId" clId="{9BAE41EE-E5E5-4CF3-8560-50C0E1939F99}" dt="2025-12-03T05:51:26.666" v="3335" actId="27636"/>
          <ac:spMkLst>
            <pc:docMk/>
            <pc:sldMk cId="1458560140" sldId="261"/>
            <ac:spMk id="2" creationId="{505156DE-3A61-BB01-5F9D-6A5DA0D460D0}"/>
          </ac:spMkLst>
        </pc:spChg>
        <pc:spChg chg="mod">
          <ac:chgData name="Ishi Agarwal" userId="35e7a6cf2bb1acd8" providerId="LiveId" clId="{9BAE41EE-E5E5-4CF3-8560-50C0E1939F99}" dt="2025-12-03T05:51:35.169" v="3336" actId="1076"/>
          <ac:spMkLst>
            <pc:docMk/>
            <pc:sldMk cId="1458560140" sldId="261"/>
            <ac:spMk id="3" creationId="{38F25CB1-675F-8938-8E79-B61EF9E98862}"/>
          </ac:spMkLst>
        </pc:spChg>
      </pc:sldChg>
      <pc:sldChg chg="modSp new mod ord">
        <pc:chgData name="Ishi Agarwal" userId="35e7a6cf2bb1acd8" providerId="LiveId" clId="{9BAE41EE-E5E5-4CF3-8560-50C0E1939F99}" dt="2025-12-03T05:51:58.084" v="3337"/>
        <pc:sldMkLst>
          <pc:docMk/>
          <pc:sldMk cId="3894403392" sldId="262"/>
        </pc:sldMkLst>
        <pc:spChg chg="mod">
          <ac:chgData name="Ishi Agarwal" userId="35e7a6cf2bb1acd8" providerId="LiveId" clId="{9BAE41EE-E5E5-4CF3-8560-50C0E1939F99}" dt="2025-12-03T05:51:58.084" v="3337"/>
          <ac:spMkLst>
            <pc:docMk/>
            <pc:sldMk cId="3894403392" sldId="262"/>
            <ac:spMk id="2" creationId="{DECEE92F-00DC-DE3B-24F7-CB066F0E7875}"/>
          </ac:spMkLst>
        </pc:spChg>
        <pc:spChg chg="mod">
          <ac:chgData name="Ishi Agarwal" userId="35e7a6cf2bb1acd8" providerId="LiveId" clId="{9BAE41EE-E5E5-4CF3-8560-50C0E1939F99}" dt="2025-12-03T05:51:58.084" v="3337"/>
          <ac:spMkLst>
            <pc:docMk/>
            <pc:sldMk cId="3894403392" sldId="262"/>
            <ac:spMk id="3" creationId="{93C7F510-17FE-3868-3B38-9FF1C54184D1}"/>
          </ac:spMkLst>
        </pc:spChg>
      </pc:sldChg>
      <pc:sldChg chg="new del">
        <pc:chgData name="Ishi Agarwal" userId="35e7a6cf2bb1acd8" providerId="LiveId" clId="{9BAE41EE-E5E5-4CF3-8560-50C0E1939F99}" dt="2025-12-02T20:04:47.421" v="2825" actId="2696"/>
        <pc:sldMkLst>
          <pc:docMk/>
          <pc:sldMk cId="2443301514" sldId="263"/>
        </pc:sldMkLst>
      </pc:sldChg>
      <pc:sldChg chg="modSp new mod">
        <pc:chgData name="Ishi Agarwal" userId="35e7a6cf2bb1acd8" providerId="LiveId" clId="{9BAE41EE-E5E5-4CF3-8560-50C0E1939F99}" dt="2025-12-03T05:51:58.084" v="3337"/>
        <pc:sldMkLst>
          <pc:docMk/>
          <pc:sldMk cId="3772584685" sldId="264"/>
        </pc:sldMkLst>
        <pc:spChg chg="mod">
          <ac:chgData name="Ishi Agarwal" userId="35e7a6cf2bb1acd8" providerId="LiveId" clId="{9BAE41EE-E5E5-4CF3-8560-50C0E1939F99}" dt="2025-12-03T05:51:58.084" v="3337"/>
          <ac:spMkLst>
            <pc:docMk/>
            <pc:sldMk cId="3772584685" sldId="264"/>
            <ac:spMk id="2" creationId="{7305B7E3-3702-66B4-4C6B-51D58BABCBC8}"/>
          </ac:spMkLst>
        </pc:spChg>
        <pc:spChg chg="mod">
          <ac:chgData name="Ishi Agarwal" userId="35e7a6cf2bb1acd8" providerId="LiveId" clId="{9BAE41EE-E5E5-4CF3-8560-50C0E1939F99}" dt="2025-12-03T05:51:58.084" v="3337"/>
          <ac:spMkLst>
            <pc:docMk/>
            <pc:sldMk cId="3772584685" sldId="264"/>
            <ac:spMk id="3" creationId="{197541BA-5963-179D-2E63-B02B9ED0FADB}"/>
          </ac:spMkLst>
        </pc:spChg>
      </pc:sldChg>
      <pc:sldChg chg="modSp new mod">
        <pc:chgData name="Ishi Agarwal" userId="35e7a6cf2bb1acd8" providerId="LiveId" clId="{9BAE41EE-E5E5-4CF3-8560-50C0E1939F99}" dt="2025-12-03T07:26:54.750" v="3361" actId="20577"/>
        <pc:sldMkLst>
          <pc:docMk/>
          <pc:sldMk cId="1290615909" sldId="265"/>
        </pc:sldMkLst>
        <pc:spChg chg="mod">
          <ac:chgData name="Ishi Agarwal" userId="35e7a6cf2bb1acd8" providerId="LiveId" clId="{9BAE41EE-E5E5-4CF3-8560-50C0E1939F99}" dt="2025-12-02T20:07:35.359" v="3005" actId="1076"/>
          <ac:spMkLst>
            <pc:docMk/>
            <pc:sldMk cId="1290615909" sldId="265"/>
            <ac:spMk id="2" creationId="{6F7DAD44-6963-FEB8-6D4A-528EA9C2D24B}"/>
          </ac:spMkLst>
        </pc:spChg>
        <pc:spChg chg="mod">
          <ac:chgData name="Ishi Agarwal" userId="35e7a6cf2bb1acd8" providerId="LiveId" clId="{9BAE41EE-E5E5-4CF3-8560-50C0E1939F99}" dt="2025-12-03T07:26:54.750" v="3361" actId="20577"/>
          <ac:spMkLst>
            <pc:docMk/>
            <pc:sldMk cId="1290615909" sldId="265"/>
            <ac:spMk id="3" creationId="{223B921A-D468-193E-6045-9C7FD9621A08}"/>
          </ac:spMkLst>
        </pc:spChg>
      </pc:sldChg>
      <pc:sldChg chg="modSp new del mod">
        <pc:chgData name="Ishi Agarwal" userId="35e7a6cf2bb1acd8" providerId="LiveId" clId="{9BAE41EE-E5E5-4CF3-8560-50C0E1939F99}" dt="2025-12-02T20:05:27.002" v="2874" actId="2696"/>
        <pc:sldMkLst>
          <pc:docMk/>
          <pc:sldMk cId="3462923607" sldId="265"/>
        </pc:sldMkLst>
        <pc:spChg chg="mod">
          <ac:chgData name="Ishi Agarwal" userId="35e7a6cf2bb1acd8" providerId="LiveId" clId="{9BAE41EE-E5E5-4CF3-8560-50C0E1939F99}" dt="2025-12-02T20:05:22.127" v="2873" actId="20577"/>
          <ac:spMkLst>
            <pc:docMk/>
            <pc:sldMk cId="3462923607" sldId="265"/>
            <ac:spMk id="2" creationId="{10ECB9A3-6AB9-5A65-10B4-06E8CF5187A7}"/>
          </ac:spMkLst>
        </pc:spChg>
      </pc:sldChg>
      <pc:sldChg chg="modSp new mod">
        <pc:chgData name="Ishi Agarwal" userId="35e7a6cf2bb1acd8" providerId="LiveId" clId="{9BAE41EE-E5E5-4CF3-8560-50C0E1939F99}" dt="2025-12-03T07:26:40.865" v="3355" actId="20577"/>
        <pc:sldMkLst>
          <pc:docMk/>
          <pc:sldMk cId="2074494858" sldId="266"/>
        </pc:sldMkLst>
        <pc:spChg chg="mod">
          <ac:chgData name="Ishi Agarwal" userId="35e7a6cf2bb1acd8" providerId="LiveId" clId="{9BAE41EE-E5E5-4CF3-8560-50C0E1939F99}" dt="2025-12-03T05:51:58.084" v="3337"/>
          <ac:spMkLst>
            <pc:docMk/>
            <pc:sldMk cId="2074494858" sldId="266"/>
            <ac:spMk id="2" creationId="{A6B8B84D-8614-7575-C12E-49AC657DCE18}"/>
          </ac:spMkLst>
        </pc:spChg>
        <pc:spChg chg="mod">
          <ac:chgData name="Ishi Agarwal" userId="35e7a6cf2bb1acd8" providerId="LiveId" clId="{9BAE41EE-E5E5-4CF3-8560-50C0E1939F99}" dt="2025-12-03T07:26:40.865" v="3355" actId="20577"/>
          <ac:spMkLst>
            <pc:docMk/>
            <pc:sldMk cId="2074494858" sldId="266"/>
            <ac:spMk id="3" creationId="{8A8BE8D8-187D-F4CE-7C6E-3D4BED849A7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6213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151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3684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83766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5266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81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9337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5847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96440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886375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65812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46912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84924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93062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0310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6645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7280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6F8EAFB-A187-4D90-98E3-2762DD8E6487}" type="datetimeFigureOut">
              <a:rPr lang="en-IN" smtClean="0"/>
              <a:t>03-12-2025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0895201-51FE-4CF1-8F31-3DFF318BD2B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1987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757A9-5513-ED08-3C21-0C6D499888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/>
              <a:t>Hospital Management System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A14D03-2036-1711-140C-0B231FDE5BF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/>
              <a:t>A system that eases the hospital management and manages, controls and organizes the functioning of hospital</a:t>
            </a:r>
          </a:p>
        </p:txBody>
      </p:sp>
    </p:spTree>
    <p:extLst>
      <p:ext uri="{BB962C8B-B14F-4D97-AF65-F5344CB8AC3E}">
        <p14:creationId xmlns:p14="http://schemas.microsoft.com/office/powerpoint/2010/main" val="257241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AFC62-7F50-5A4E-E3B2-967EA56CB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1170038"/>
          </a:xfrm>
        </p:spPr>
        <p:txBody>
          <a:bodyPr/>
          <a:lstStyle/>
          <a:p>
            <a:r>
              <a:rPr lang="en-IN"/>
              <a:t>Problem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CBFC8F-3CC9-545B-3113-A46CCB89A5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24232"/>
            <a:ext cx="10515600" cy="585019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/>
              <a:t>Hospitals carry a large burden of information – patients,doctors ,appointments, biling etc. Managing all this leads to :</a:t>
            </a:r>
          </a:p>
          <a:p>
            <a:pPr marL="514350" indent="-514350">
              <a:buAutoNum type="arabicPeriod"/>
            </a:pPr>
            <a:r>
              <a:rPr lang="en-IN"/>
              <a:t>Data loss</a:t>
            </a:r>
          </a:p>
          <a:p>
            <a:pPr marL="514350" indent="-514350">
              <a:buAutoNum type="arabicPeriod"/>
            </a:pPr>
            <a:r>
              <a:rPr lang="en-IN"/>
              <a:t>Mismanagement of rooms</a:t>
            </a:r>
          </a:p>
          <a:p>
            <a:pPr marL="514350" indent="-514350">
              <a:buAutoNum type="arabicPeriod"/>
            </a:pPr>
            <a:r>
              <a:rPr lang="en-IN"/>
              <a:t>Shortage in the stock of medicine</a:t>
            </a:r>
          </a:p>
          <a:p>
            <a:pPr marL="514350" indent="-514350">
              <a:buAutoNum type="arabicPeriod"/>
            </a:pPr>
            <a:r>
              <a:rPr lang="en-IN"/>
              <a:t>Time delays and many more 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IN" b="1"/>
              <a:t>The Motivation for developing  this system includes:</a:t>
            </a:r>
          </a:p>
          <a:p>
            <a:r>
              <a:rPr lang="en-IN"/>
              <a:t>Improving efficiency</a:t>
            </a:r>
          </a:p>
          <a:p>
            <a:r>
              <a:rPr lang="en-IN"/>
              <a:t>Enhancing patient care</a:t>
            </a:r>
          </a:p>
          <a:p>
            <a:r>
              <a:rPr lang="en-IN"/>
              <a:t>Better coordination</a:t>
            </a:r>
          </a:p>
          <a:p>
            <a:r>
              <a:rPr lang="en-IN"/>
              <a:t>Backup and data security</a:t>
            </a:r>
          </a:p>
          <a:p>
            <a:pPr marL="514350" indent="-514350">
              <a:buAutoNum type="arabicPeriod"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063739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03BCB-AB54-36C3-E455-9DED674F3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7819"/>
            <a:ext cx="10515600" cy="1238865"/>
          </a:xfrm>
        </p:spPr>
        <p:txBody>
          <a:bodyPr/>
          <a:lstStyle/>
          <a:p>
            <a:r>
              <a:rPr lang="en-IN"/>
              <a:t>Scope of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1B0D45-E049-29FA-29FC-F419DC056E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29032"/>
            <a:ext cx="10515600" cy="4947931"/>
          </a:xfrm>
        </p:spPr>
        <p:txBody>
          <a:bodyPr/>
          <a:lstStyle/>
          <a:p>
            <a:pPr marL="0" indent="0">
              <a:buNone/>
            </a:pPr>
            <a:r>
              <a:rPr lang="en-IN"/>
              <a:t>This defines what  this system will include: </a:t>
            </a:r>
          </a:p>
          <a:p>
            <a:pPr marL="0" indent="0">
              <a:buNone/>
            </a:pPr>
            <a:r>
              <a:rPr lang="en-IN"/>
              <a:t>1. Patient Management</a:t>
            </a:r>
          </a:p>
          <a:p>
            <a:r>
              <a:rPr lang="en-IN"/>
              <a:t>Add, view, search and delete patient records.</a:t>
            </a:r>
          </a:p>
          <a:p>
            <a:pPr marL="0" indent="0">
              <a:buNone/>
            </a:pPr>
            <a:r>
              <a:rPr lang="en-IN"/>
              <a:t>2. Doctor Management</a:t>
            </a:r>
          </a:p>
          <a:p>
            <a:r>
              <a:rPr lang="en-IN"/>
              <a:t>Add and view doctor details</a:t>
            </a:r>
          </a:p>
          <a:p>
            <a:pPr marL="0" indent="0">
              <a:buNone/>
            </a:pPr>
            <a:r>
              <a:rPr lang="en-IN"/>
              <a:t>3. Appointment Management</a:t>
            </a:r>
          </a:p>
          <a:p>
            <a:r>
              <a:rPr lang="en-IN"/>
              <a:t>Add, view and cancel appointments</a:t>
            </a:r>
          </a:p>
          <a:p>
            <a:pPr marL="0" indent="0">
              <a:buNone/>
            </a:pPr>
            <a:r>
              <a:rPr lang="en-IN"/>
              <a:t>4. Pharmacy Management</a:t>
            </a:r>
          </a:p>
          <a:p>
            <a:r>
              <a:rPr lang="en-IN"/>
              <a:t>Add, view and update medicines stock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4693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6A626-E138-450D-F308-F57BAF90B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8659"/>
            <a:ext cx="10515600" cy="1071715"/>
          </a:xfrm>
        </p:spPr>
        <p:txBody>
          <a:bodyPr/>
          <a:lstStyle/>
          <a:p>
            <a:r>
              <a:rPr lang="en-IN"/>
              <a:t>Solution Approach 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F2534-AAF3-D8BC-6984-3D4E73AD27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0439" y="1307690"/>
            <a:ext cx="11444748" cy="518160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/>
              <a:t>Methodology:</a:t>
            </a:r>
          </a:p>
          <a:p>
            <a:pPr marL="0" indent="0">
              <a:buNone/>
            </a:pPr>
            <a:r>
              <a:rPr lang="en-IN"/>
              <a:t>1. Requirement Analysis</a:t>
            </a:r>
          </a:p>
          <a:p>
            <a:r>
              <a:rPr lang="en-IN"/>
              <a:t>Understand what data needs to be stored</a:t>
            </a:r>
          </a:p>
          <a:p>
            <a:r>
              <a:rPr lang="en-IN"/>
              <a:t>Allow users to add, view, delete or update data</a:t>
            </a:r>
          </a:p>
          <a:p>
            <a:pPr marL="0" indent="0">
              <a:buNone/>
            </a:pPr>
            <a:r>
              <a:rPr lang="en-IN"/>
              <a:t>2. Break the program into smaller modules</a:t>
            </a:r>
          </a:p>
          <a:p>
            <a:r>
              <a:rPr lang="en-IN"/>
              <a:t>Make functions and structures to make it easy</a:t>
            </a:r>
          </a:p>
          <a:p>
            <a:pPr marL="0" indent="0">
              <a:buNone/>
            </a:pPr>
            <a:r>
              <a:rPr lang="en-IN"/>
              <a:t>3. Testing</a:t>
            </a:r>
          </a:p>
          <a:p>
            <a:r>
              <a:rPr lang="en-IN"/>
              <a:t>Program does not crash</a:t>
            </a:r>
          </a:p>
          <a:p>
            <a:r>
              <a:rPr lang="en-IN"/>
              <a:t>No wrong outputs</a:t>
            </a:r>
          </a:p>
          <a:p>
            <a:endParaRPr lang="en-IN" sz="3600"/>
          </a:p>
        </p:txBody>
      </p:sp>
    </p:spTree>
    <p:extLst>
      <p:ext uri="{BB962C8B-B14F-4D97-AF65-F5344CB8AC3E}">
        <p14:creationId xmlns:p14="http://schemas.microsoft.com/office/powerpoint/2010/main" val="3563657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5B7E3-3702-66B4-4C6B-51D58BABC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C programming elements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7541BA-5963-179D-2E63-B02B9ED0FA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Functions</a:t>
            </a:r>
          </a:p>
          <a:p>
            <a:r>
              <a:rPr lang="en-IN"/>
              <a:t>Structures</a:t>
            </a:r>
          </a:p>
          <a:p>
            <a:r>
              <a:rPr lang="en-IN"/>
              <a:t>Loops</a:t>
            </a:r>
          </a:p>
          <a:p>
            <a:r>
              <a:rPr lang="en-IN"/>
              <a:t>If – else conditions</a:t>
            </a:r>
          </a:p>
          <a:p>
            <a:r>
              <a:rPr lang="en-IN"/>
              <a:t>Switch case for Menu Driven Approach</a:t>
            </a:r>
          </a:p>
        </p:txBody>
      </p:sp>
    </p:spTree>
    <p:extLst>
      <p:ext uri="{BB962C8B-B14F-4D97-AF65-F5344CB8AC3E}">
        <p14:creationId xmlns:p14="http://schemas.microsoft.com/office/powerpoint/2010/main" val="3772584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0D6497-54D8-E56C-D87A-9BA60B14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6813"/>
            <a:ext cx="10515600" cy="766917"/>
          </a:xfrm>
        </p:spPr>
        <p:txBody>
          <a:bodyPr/>
          <a:lstStyle/>
          <a:p>
            <a:r>
              <a:rPr lang="en-IN"/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5E548E-DCC4-9447-BFD4-90B8924814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53731"/>
            <a:ext cx="10515600" cy="5142270"/>
          </a:xfrm>
        </p:spPr>
        <p:txBody>
          <a:bodyPr>
            <a:normAutofit fontScale="92500" lnSpcReduction="20000"/>
          </a:bodyPr>
          <a:lstStyle/>
          <a:p>
            <a:r>
              <a:rPr lang="en-IN"/>
              <a:t>Patient Management</a:t>
            </a:r>
          </a:p>
          <a:p>
            <a:pPr marL="0" indent="0">
              <a:buNone/>
            </a:pPr>
            <a:r>
              <a:rPr lang="en-IN"/>
              <a:t>Stores details like name,age,disease</a:t>
            </a:r>
          </a:p>
          <a:p>
            <a:pPr marL="0" indent="0">
              <a:buNone/>
            </a:pPr>
            <a:r>
              <a:rPr lang="en-IN"/>
              <a:t>Functions : Add, View, Search, Delete</a:t>
            </a:r>
          </a:p>
          <a:p>
            <a:r>
              <a:rPr lang="en-IN"/>
              <a:t>Doctor Management</a:t>
            </a:r>
          </a:p>
          <a:p>
            <a:pPr marL="0" indent="0">
              <a:buNone/>
            </a:pPr>
            <a:r>
              <a:rPr lang="en-IN"/>
              <a:t>Stores doctor information like name ,department </a:t>
            </a:r>
          </a:p>
          <a:p>
            <a:pPr marL="0" indent="0">
              <a:buNone/>
            </a:pPr>
            <a:r>
              <a:rPr lang="en-IN"/>
              <a:t>Functions : Add, view</a:t>
            </a:r>
          </a:p>
          <a:p>
            <a:r>
              <a:rPr lang="en-IN"/>
              <a:t>Appointment Management</a:t>
            </a:r>
          </a:p>
          <a:p>
            <a:pPr marL="0" indent="0">
              <a:buNone/>
            </a:pPr>
            <a:r>
              <a:rPr lang="en-IN"/>
              <a:t>Keeps track of appointmentsetween patient and doctor</a:t>
            </a:r>
          </a:p>
          <a:p>
            <a:pPr marL="0" indent="0">
              <a:buNone/>
            </a:pPr>
            <a:r>
              <a:rPr lang="en-IN"/>
              <a:t>Functions: Add, view, cancel</a:t>
            </a:r>
          </a:p>
          <a:p>
            <a:r>
              <a:rPr lang="en-IN"/>
              <a:t>Pharmacy management </a:t>
            </a:r>
          </a:p>
          <a:p>
            <a:pPr marL="0" indent="0">
              <a:buNone/>
            </a:pPr>
            <a:r>
              <a:rPr lang="en-IN"/>
              <a:t>Stores medicine stock</a:t>
            </a:r>
          </a:p>
          <a:p>
            <a:pPr marL="0" indent="0">
              <a:buNone/>
            </a:pPr>
            <a:r>
              <a:rPr lang="en-IN"/>
              <a:t>Functions: Add,view,update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8588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5156DE-3A61-BB01-5F9D-6A5DA0D46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7652"/>
            <a:ext cx="9603275" cy="796413"/>
          </a:xfrm>
        </p:spPr>
        <p:txBody>
          <a:bodyPr>
            <a:normAutofit/>
          </a:bodyPr>
          <a:lstStyle/>
          <a:p>
            <a:r>
              <a:rPr lang="en-IN"/>
              <a:t>Key Scripts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F25CB1-675F-8938-8E79-B61EF9E988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62780"/>
            <a:ext cx="10515600" cy="5132440"/>
          </a:xfrm>
        </p:spPr>
        <p:txBody>
          <a:bodyPr>
            <a:normAutofit/>
          </a:bodyPr>
          <a:lstStyle/>
          <a:p>
            <a:r>
              <a:rPr lang="en-IN"/>
              <a:t>add()</a:t>
            </a:r>
          </a:p>
          <a:p>
            <a:pPr marL="0" indent="0">
              <a:buNone/>
            </a:pPr>
            <a:r>
              <a:rPr lang="en-IN"/>
              <a:t>Stores new patient details</a:t>
            </a:r>
          </a:p>
          <a:p>
            <a:r>
              <a:rPr lang="en-IN"/>
              <a:t>adddoc()</a:t>
            </a:r>
          </a:p>
          <a:p>
            <a:pPr marL="0" indent="0">
              <a:buNone/>
            </a:pPr>
            <a:r>
              <a:rPr lang="en-IN"/>
              <a:t>Stores doctor details</a:t>
            </a:r>
          </a:p>
          <a:p>
            <a:r>
              <a:rPr lang="en-IN"/>
              <a:t>addappoint()</a:t>
            </a:r>
          </a:p>
          <a:p>
            <a:pPr marL="0" indent="0">
              <a:buNone/>
            </a:pPr>
            <a:r>
              <a:rPr lang="en-IN"/>
              <a:t>Links a patient with a doctor on a given date</a:t>
            </a:r>
          </a:p>
          <a:p>
            <a:r>
              <a:rPr lang="en-IN"/>
              <a:t>addmed()</a:t>
            </a:r>
          </a:p>
          <a:p>
            <a:pPr marL="0" indent="0">
              <a:buNone/>
            </a:pPr>
            <a:r>
              <a:rPr lang="en-IN"/>
              <a:t>Stores medicine details</a:t>
            </a:r>
          </a:p>
          <a:p>
            <a:r>
              <a:rPr lang="en-IN"/>
              <a:t>display(), view(), viewappoint(), viewmed()</a:t>
            </a:r>
          </a:p>
          <a:p>
            <a:pPr marL="0" indent="0">
              <a:buNone/>
            </a:pPr>
            <a:r>
              <a:rPr lang="en-IN"/>
              <a:t>Display stored information </a:t>
            </a:r>
          </a:p>
        </p:txBody>
      </p:sp>
    </p:spTree>
    <p:extLst>
      <p:ext uri="{BB962C8B-B14F-4D97-AF65-F5344CB8AC3E}">
        <p14:creationId xmlns:p14="http://schemas.microsoft.com/office/powerpoint/2010/main" val="14585601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EE92F-00DC-DE3B-24F7-CB066F0E7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Novelty / Contributions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7F510-17FE-3868-3B38-9FF1C54184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/>
              <a:t>User friendly design</a:t>
            </a:r>
          </a:p>
          <a:p>
            <a:r>
              <a:rPr lang="en-IN"/>
              <a:t>Modular structure</a:t>
            </a:r>
          </a:p>
          <a:p>
            <a:r>
              <a:rPr lang="en-IN"/>
              <a:t>Clear and organized data structures</a:t>
            </a:r>
          </a:p>
          <a:p>
            <a:r>
              <a:rPr lang="en-IN"/>
              <a:t>Easy to add more features in future</a:t>
            </a:r>
          </a:p>
          <a:p>
            <a:r>
              <a:rPr lang="en-IN"/>
              <a:t>Beginner friendly Implementation</a:t>
            </a:r>
          </a:p>
          <a:p>
            <a:pPr marL="0" indent="0">
              <a:buNone/>
            </a:pP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4403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B8B84D-8614-7575-C12E-49AC657DCE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References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8BE8D8-187D-F4CE-7C6E-3D4BED849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q"/>
            </a:pPr>
            <a:r>
              <a:rPr lang="en-US"/>
              <a:t>Books</a:t>
            </a:r>
          </a:p>
          <a:p>
            <a:r>
              <a:rPr lang="en-US"/>
              <a:t>Let us C: Yashavant Kanetkar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/>
              <a:t>Online Resources</a:t>
            </a:r>
          </a:p>
          <a:p>
            <a:r>
              <a:rPr lang="en-US"/>
              <a:t>GeeksForGeeks</a:t>
            </a:r>
          </a:p>
          <a:p>
            <a:r>
              <a:rPr lang="en-US"/>
              <a:t>Tuturialspoint</a:t>
            </a:r>
          </a:p>
          <a:p>
            <a:endParaRPr lang="en-US"/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44948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7DAD44-6963-FEB8-6D4A-528EA9C2D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50374" y="1180690"/>
            <a:ext cx="9144000" cy="2387600"/>
          </a:xfrm>
        </p:spPr>
        <p:txBody>
          <a:bodyPr/>
          <a:lstStyle/>
          <a:p>
            <a:r>
              <a:rPr lang="en-IN"/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3B921A-D468-193E-6045-9C7FD9621A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118555" y="3942736"/>
            <a:ext cx="4945626" cy="2045108"/>
          </a:xfrm>
        </p:spPr>
        <p:txBody>
          <a:bodyPr>
            <a:normAutofit/>
          </a:bodyPr>
          <a:lstStyle/>
          <a:p>
            <a:r>
              <a:rPr lang="en-IN"/>
              <a:t>Submitted by : Ishi Agarwal</a:t>
            </a:r>
          </a:p>
          <a:p>
            <a:r>
              <a:rPr lang="en-IN"/>
              <a:t>SAP ID: 590025865</a:t>
            </a:r>
          </a:p>
          <a:p>
            <a:r>
              <a:rPr lang="en-IN"/>
              <a:t>Batch: 59</a:t>
            </a:r>
          </a:p>
          <a:p>
            <a:r>
              <a:rPr lang="en-IN"/>
              <a:t>Submitted to: Dr. Prashant Trivedi</a:t>
            </a:r>
          </a:p>
        </p:txBody>
      </p:sp>
    </p:spTree>
    <p:extLst>
      <p:ext uri="{BB962C8B-B14F-4D97-AF65-F5344CB8AC3E}">
        <p14:creationId xmlns:p14="http://schemas.microsoft.com/office/powerpoint/2010/main" val="12906159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203</TotalTime>
  <Words>363</Words>
  <Application>Microsoft Office PowerPoint</Application>
  <PresentationFormat>Widescreen</PresentationFormat>
  <Paragraphs>80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Corbel</vt:lpstr>
      <vt:lpstr>Wingdings</vt:lpstr>
      <vt:lpstr>Parallax</vt:lpstr>
      <vt:lpstr>Hospital Management System </vt:lpstr>
      <vt:lpstr>Problem Definition</vt:lpstr>
      <vt:lpstr>Scope of the project</vt:lpstr>
      <vt:lpstr>Solution Approach   </vt:lpstr>
      <vt:lpstr>C programming elements</vt:lpstr>
      <vt:lpstr>Modules</vt:lpstr>
      <vt:lpstr>Key Scripts</vt:lpstr>
      <vt:lpstr>Novelty / Contributions </vt:lpstr>
      <vt:lpstr>References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Ishi Agarwal</dc:creator>
  <cp:lastModifiedBy>Ishi Agarwal</cp:lastModifiedBy>
  <cp:revision>1</cp:revision>
  <dcterms:created xsi:type="dcterms:W3CDTF">2025-12-02T12:20:26Z</dcterms:created>
  <dcterms:modified xsi:type="dcterms:W3CDTF">2025-12-03T07:26:57Z</dcterms:modified>
</cp:coreProperties>
</file>